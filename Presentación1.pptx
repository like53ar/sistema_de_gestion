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20D38-9771-41C1-8C05-8B5487B31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713A95-C32A-4269-BEAE-D9AAF4756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9FE67A-A115-472C-828A-A8685723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162458-8EBB-484F-900F-36EA7F7D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968A91-331C-439E-9D16-95570E43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695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325BD-B58B-478D-8A59-4E6E880C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6883C7-79B0-4130-B384-7159E8446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CF3AC-AC55-4712-BD36-90B9BDD8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9B515E-3E5A-47D1-A5FD-9F3886E6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787997-67FE-424D-A774-37FEB079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862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43BF8-1EE2-43AB-A8C5-0BF4C088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FF9F0A-4D37-4237-8D21-CFC7C3A2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1AC835-898A-42F8-B909-68E1FE33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53E1FD-9100-4AA6-A788-1D4357DD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8CB22-0F23-438F-97C3-1930B8E0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97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7FD88-F991-44E7-88A6-E267BC3D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77920-BB17-4903-A6C7-0791347F7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DF9B43-3178-4C1C-8AC7-A2939016F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4A90BE-3D83-430D-AFB5-F5BD91F1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5A5B58-DBE3-4996-A39C-30EB4D46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228357-B40A-43E9-BC7C-FED6C7CE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560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3991D-DC4F-492E-AC0B-35FCF8DF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D16849-93D4-43F9-AD0E-01AF0217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647059-22F1-4A4A-9D85-3D1C899DF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114E9B-8FE1-4E57-9344-6EEC43A9E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EFC7C7-0466-48BD-A7C3-9674F3E08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C131B8-2C4E-4E0C-822C-502534ED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399431-56EF-48A8-958D-D14AE9C5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D178FF-103B-4347-9D28-4BC54254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866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861FE-34E0-4308-B676-E131F8CE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09C8947-BB32-4636-81DD-DBF61228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C26133-5A17-4F93-867E-139F18BF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DDBC58-7548-4D19-98DA-0DFCCF7C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0310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41BE98-F228-4A79-ACFD-2B882F21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6E1F2F-9267-4404-81A7-A2A6799D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58E02F-6C10-4E48-8439-F3457422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271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5615D-0056-4781-93F8-861E2755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898C62-1A51-40EF-89EB-0D0C3352B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D7AEA3-E834-4815-9F07-887833C0F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0D8273-C250-4FA2-9429-59256B7F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7DA75E-69A5-41DF-A028-AE8AB11B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3B1766-F384-42E5-BA4B-9FCAC540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441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A4C70-8AF0-436E-9F47-01B80ED72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A1B635-C975-4C1E-AA40-28325ECC8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464EB9-EEBA-42C5-B7EB-27882EC77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2FEE3D-8DD4-4C7B-AA5B-77A0A4E7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E54D77-1BF7-49D0-90F8-4195F743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2976D-C3DA-454E-B6A1-FF2865A5F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482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66C43-0BC6-4A52-BF0F-01B86D71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3EB2F3-CBDD-4766-8504-CA2406852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C1C3E3-66AA-46D0-A13A-97440576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36BA6-5F31-4DCA-86B4-D568AD4F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56DFD8-DA72-4A7D-9F06-0BE0BAA7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830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BD2F9C-84A3-4D93-9F64-A1812B605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11A2B1-7D26-41D8-84BB-4A3142BDD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477737-AFE9-43B9-9E21-26BC846C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E4747E-B3A0-44C8-9ECB-2D097635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200CAF-0651-45A6-BD68-302CCD76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200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00E539-90F0-499C-B3E1-E06132BC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A5E0CA-9809-4E3E-971A-500A354F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88A433-CBFD-441D-8E9A-F7544DCCC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2679E-7653-47F3-95ED-E0584A7BEBA8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6687DF-CCFD-46A5-A407-9A1286AA7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B926C8-D638-42AE-A1EE-DE359B18A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5B4B6-825A-43D2-B19B-B9237CB248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94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6EC58E0-5C34-443D-80D9-4791F41ECC31}"/>
              </a:ext>
            </a:extLst>
          </p:cNvPr>
          <p:cNvSpPr/>
          <p:nvPr/>
        </p:nvSpPr>
        <p:spPr>
          <a:xfrm>
            <a:off x="5124450" y="1000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Generales</a:t>
            </a:r>
            <a:endParaRPr lang="es-AR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5AD45F-FAC4-429D-9D59-BA8782268ADC}"/>
              </a:ext>
            </a:extLst>
          </p:cNvPr>
          <p:cNvSpPr/>
          <p:nvPr/>
        </p:nvSpPr>
        <p:spPr>
          <a:xfrm>
            <a:off x="135732" y="12811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Ventas </a:t>
            </a:r>
            <a:endParaRPr lang="es-AR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1369E2-878D-4367-9BBA-15CBC5A78900}"/>
              </a:ext>
            </a:extLst>
          </p:cNvPr>
          <p:cNvSpPr/>
          <p:nvPr/>
        </p:nvSpPr>
        <p:spPr>
          <a:xfrm>
            <a:off x="2235994" y="126206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Compras </a:t>
            </a:r>
            <a:endParaRPr lang="es-AR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91131EF-34FE-4957-A6E3-A470D0C5B2D1}"/>
              </a:ext>
            </a:extLst>
          </p:cNvPr>
          <p:cNvSpPr/>
          <p:nvPr/>
        </p:nvSpPr>
        <p:spPr>
          <a:xfrm>
            <a:off x="4319587" y="12811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Tesoreria</a:t>
            </a:r>
            <a:r>
              <a:rPr lang="es-ES" dirty="0"/>
              <a:t>  </a:t>
            </a:r>
            <a:endParaRPr lang="es-AR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C49D55-2DF9-45B2-BF27-7350A3442E4C}"/>
              </a:ext>
            </a:extLst>
          </p:cNvPr>
          <p:cNvSpPr/>
          <p:nvPr/>
        </p:nvSpPr>
        <p:spPr>
          <a:xfrm>
            <a:off x="6419849" y="12811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Contabilidad  </a:t>
            </a:r>
            <a:endParaRPr lang="es-AR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E909D74-8BA3-4647-A491-08F7843DBD95}"/>
              </a:ext>
            </a:extLst>
          </p:cNvPr>
          <p:cNvSpPr/>
          <p:nvPr/>
        </p:nvSpPr>
        <p:spPr>
          <a:xfrm>
            <a:off x="8503442" y="12811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Inventario  </a:t>
            </a:r>
            <a:endParaRPr lang="es-AR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CBB88A-E82A-46AB-B0DA-38F151FEE08B}"/>
              </a:ext>
            </a:extLst>
          </p:cNvPr>
          <p:cNvSpPr/>
          <p:nvPr/>
        </p:nvSpPr>
        <p:spPr>
          <a:xfrm>
            <a:off x="10346528" y="12811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Sueldos  </a:t>
            </a:r>
            <a:endParaRPr lang="es-AR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4CBB1EE8-F18B-45E2-BA82-C4147C2F1DF4}"/>
              </a:ext>
            </a:extLst>
          </p:cNvPr>
          <p:cNvCxnSpPr>
            <a:stCxn id="4" idx="2"/>
          </p:cNvCxnSpPr>
          <p:nvPr/>
        </p:nvCxnSpPr>
        <p:spPr>
          <a:xfrm flipH="1">
            <a:off x="5929312" y="685800"/>
            <a:ext cx="1" cy="28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02F3294-ED89-485B-9A1D-09EEB4684F12}"/>
              </a:ext>
            </a:extLst>
          </p:cNvPr>
          <p:cNvCxnSpPr>
            <a:cxnSpLocks/>
          </p:cNvCxnSpPr>
          <p:nvPr/>
        </p:nvCxnSpPr>
        <p:spPr>
          <a:xfrm>
            <a:off x="495300" y="1009650"/>
            <a:ext cx="10656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19636AB-720F-410A-9849-35A382611CC2}"/>
              </a:ext>
            </a:extLst>
          </p:cNvPr>
          <p:cNvCxnSpPr/>
          <p:nvPr/>
        </p:nvCxnSpPr>
        <p:spPr>
          <a:xfrm>
            <a:off x="504825" y="1009650"/>
            <a:ext cx="0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5F1C20F-1BDF-4288-8A09-5799011BC573}"/>
              </a:ext>
            </a:extLst>
          </p:cNvPr>
          <p:cNvCxnSpPr/>
          <p:nvPr/>
        </p:nvCxnSpPr>
        <p:spPr>
          <a:xfrm>
            <a:off x="2952750" y="1028700"/>
            <a:ext cx="0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46C0CFE-04A3-4572-BD1D-70207971F810}"/>
              </a:ext>
            </a:extLst>
          </p:cNvPr>
          <p:cNvCxnSpPr/>
          <p:nvPr/>
        </p:nvCxnSpPr>
        <p:spPr>
          <a:xfrm>
            <a:off x="4962525" y="1028700"/>
            <a:ext cx="0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16F87EA-D459-4CD7-89C4-5DC70E933337}"/>
              </a:ext>
            </a:extLst>
          </p:cNvPr>
          <p:cNvCxnSpPr/>
          <p:nvPr/>
        </p:nvCxnSpPr>
        <p:spPr>
          <a:xfrm>
            <a:off x="7224711" y="1028700"/>
            <a:ext cx="0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B54A4C8-4E5E-4DB5-B0E9-E001166CA549}"/>
              </a:ext>
            </a:extLst>
          </p:cNvPr>
          <p:cNvCxnSpPr/>
          <p:nvPr/>
        </p:nvCxnSpPr>
        <p:spPr>
          <a:xfrm>
            <a:off x="9308304" y="1028700"/>
            <a:ext cx="0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A498190-BA80-4885-8EC1-12E9C49BDA2E}"/>
              </a:ext>
            </a:extLst>
          </p:cNvPr>
          <p:cNvCxnSpPr/>
          <p:nvPr/>
        </p:nvCxnSpPr>
        <p:spPr>
          <a:xfrm>
            <a:off x="11141865" y="1050131"/>
            <a:ext cx="0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B7D0350-2722-41E1-B2D7-6D73989F32F8}"/>
              </a:ext>
            </a:extLst>
          </p:cNvPr>
          <p:cNvSpPr/>
          <p:nvPr/>
        </p:nvSpPr>
        <p:spPr>
          <a:xfrm>
            <a:off x="135732" y="24622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de Ventas</a:t>
            </a:r>
            <a:endParaRPr lang="es-AR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4B07155-1CED-449D-B743-65AF938A12D9}"/>
              </a:ext>
            </a:extLst>
          </p:cNvPr>
          <p:cNvSpPr/>
          <p:nvPr/>
        </p:nvSpPr>
        <p:spPr>
          <a:xfrm>
            <a:off x="2235994" y="24622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de Compras</a:t>
            </a:r>
            <a:endParaRPr lang="es-AR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9BE0B6C-5075-4059-9993-E18E014C2E8C}"/>
              </a:ext>
            </a:extLst>
          </p:cNvPr>
          <p:cNvSpPr/>
          <p:nvPr/>
        </p:nvSpPr>
        <p:spPr>
          <a:xfrm>
            <a:off x="4319586" y="24622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de </a:t>
            </a:r>
            <a:r>
              <a:rPr lang="es-ES" dirty="0" err="1"/>
              <a:t>Tesoreria</a:t>
            </a:r>
            <a:endParaRPr lang="es-AR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97BDC31-55F9-4434-B884-6CC098CE8F90}"/>
              </a:ext>
            </a:extLst>
          </p:cNvPr>
          <p:cNvSpPr/>
          <p:nvPr/>
        </p:nvSpPr>
        <p:spPr>
          <a:xfrm>
            <a:off x="6403178" y="24622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de Contabilidad</a:t>
            </a:r>
            <a:endParaRPr lang="es-AR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3943C75-8EE0-40AF-975B-C5FD724765C4}"/>
              </a:ext>
            </a:extLst>
          </p:cNvPr>
          <p:cNvSpPr/>
          <p:nvPr/>
        </p:nvSpPr>
        <p:spPr>
          <a:xfrm>
            <a:off x="8486770" y="2462212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de Inventario</a:t>
            </a:r>
            <a:endParaRPr lang="es-AR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EE4C5A7-76A3-4EB4-A463-AD558E1F264E}"/>
              </a:ext>
            </a:extLst>
          </p:cNvPr>
          <p:cNvSpPr/>
          <p:nvPr/>
        </p:nvSpPr>
        <p:spPr>
          <a:xfrm>
            <a:off x="10346528" y="2471737"/>
            <a:ext cx="1609725" cy="585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Parametros</a:t>
            </a:r>
            <a:r>
              <a:rPr lang="es-ES" dirty="0"/>
              <a:t> de Sueldos</a:t>
            </a:r>
            <a:endParaRPr lang="es-AR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641EA70-2B0E-4848-BFF3-E6B8BE62B61C}"/>
              </a:ext>
            </a:extLst>
          </p:cNvPr>
          <p:cNvCxnSpPr/>
          <p:nvPr/>
        </p:nvCxnSpPr>
        <p:spPr>
          <a:xfrm>
            <a:off x="571500" y="1866900"/>
            <a:ext cx="0" cy="5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92BF9B5-4E43-4E85-B186-E6E8F607DC7B}"/>
              </a:ext>
            </a:extLst>
          </p:cNvPr>
          <p:cNvCxnSpPr/>
          <p:nvPr/>
        </p:nvCxnSpPr>
        <p:spPr>
          <a:xfrm>
            <a:off x="5124448" y="1866900"/>
            <a:ext cx="0" cy="5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625BE4E-699E-4570-842B-DE2A9AB6C3FE}"/>
              </a:ext>
            </a:extLst>
          </p:cNvPr>
          <p:cNvCxnSpPr/>
          <p:nvPr/>
        </p:nvCxnSpPr>
        <p:spPr>
          <a:xfrm>
            <a:off x="3040856" y="1876425"/>
            <a:ext cx="0" cy="5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F4F167E2-595B-4C38-BF24-2F7FC3B02DAF}"/>
              </a:ext>
            </a:extLst>
          </p:cNvPr>
          <p:cNvCxnSpPr/>
          <p:nvPr/>
        </p:nvCxnSpPr>
        <p:spPr>
          <a:xfrm>
            <a:off x="7224711" y="1876425"/>
            <a:ext cx="0" cy="5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816859C-1D00-43B9-98B0-0D786DA0C0AE}"/>
              </a:ext>
            </a:extLst>
          </p:cNvPr>
          <p:cNvCxnSpPr/>
          <p:nvPr/>
        </p:nvCxnSpPr>
        <p:spPr>
          <a:xfrm>
            <a:off x="9267818" y="1866900"/>
            <a:ext cx="0" cy="5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F9B2E08B-BE80-401C-BFFF-844D5C8A2A2E}"/>
              </a:ext>
            </a:extLst>
          </p:cNvPr>
          <p:cNvCxnSpPr/>
          <p:nvPr/>
        </p:nvCxnSpPr>
        <p:spPr>
          <a:xfrm>
            <a:off x="11160908" y="1876425"/>
            <a:ext cx="0" cy="595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A64068E-D4BE-4010-95C7-7660D2F9DBD8}"/>
              </a:ext>
            </a:extLst>
          </p:cNvPr>
          <p:cNvCxnSpPr>
            <a:cxnSpLocks/>
          </p:cNvCxnSpPr>
          <p:nvPr/>
        </p:nvCxnSpPr>
        <p:spPr>
          <a:xfrm>
            <a:off x="2514600" y="3057525"/>
            <a:ext cx="0" cy="619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85DBADC-C8E9-41F2-874E-3A0D5673A6D3}"/>
              </a:ext>
            </a:extLst>
          </p:cNvPr>
          <p:cNvCxnSpPr>
            <a:cxnSpLocks/>
          </p:cNvCxnSpPr>
          <p:nvPr/>
        </p:nvCxnSpPr>
        <p:spPr>
          <a:xfrm>
            <a:off x="2514600" y="3676650"/>
            <a:ext cx="247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44C1F34-523C-4532-848E-8F5C136A01BA}"/>
              </a:ext>
            </a:extLst>
          </p:cNvPr>
          <p:cNvSpPr txBox="1"/>
          <p:nvPr/>
        </p:nvSpPr>
        <p:spPr>
          <a:xfrm>
            <a:off x="2695575" y="3495287"/>
            <a:ext cx="1542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Archivos  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41A31D51-947D-4361-990F-229FC537DE48}"/>
              </a:ext>
            </a:extLst>
          </p:cNvPr>
          <p:cNvCxnSpPr/>
          <p:nvPr/>
        </p:nvCxnSpPr>
        <p:spPr>
          <a:xfrm>
            <a:off x="3067050" y="3676650"/>
            <a:ext cx="0" cy="361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6BB1F999-B3E9-4B9C-B195-E7114FD4E8C7}"/>
              </a:ext>
            </a:extLst>
          </p:cNvPr>
          <p:cNvCxnSpPr/>
          <p:nvPr/>
        </p:nvCxnSpPr>
        <p:spPr>
          <a:xfrm>
            <a:off x="3076575" y="4057650"/>
            <a:ext cx="190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226CD89-38A1-40D7-A0B8-F0FBD83E78E3}"/>
              </a:ext>
            </a:extLst>
          </p:cNvPr>
          <p:cNvSpPr txBox="1"/>
          <p:nvPr/>
        </p:nvSpPr>
        <p:spPr>
          <a:xfrm>
            <a:off x="3219450" y="3919150"/>
            <a:ext cx="1542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Actualizaciones </a:t>
            </a:r>
          </a:p>
        </p:txBody>
      </p:sp>
    </p:spTree>
    <p:extLst>
      <p:ext uri="{BB962C8B-B14F-4D97-AF65-F5344CB8AC3E}">
        <p14:creationId xmlns:p14="http://schemas.microsoft.com/office/powerpoint/2010/main" val="9950491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FABIAN ARMANDO</dc:creator>
  <cp:lastModifiedBy>FABIAN ARMANDO</cp:lastModifiedBy>
  <cp:revision>3</cp:revision>
  <dcterms:created xsi:type="dcterms:W3CDTF">2026-04-21T16:28:27Z</dcterms:created>
  <dcterms:modified xsi:type="dcterms:W3CDTF">2026-04-21T16:42:38Z</dcterms:modified>
</cp:coreProperties>
</file>